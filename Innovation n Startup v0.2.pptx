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51" r:id="rId2"/>
    <p:sldId id="394" r:id="rId3"/>
    <p:sldId id="397" r:id="rId4"/>
    <p:sldId id="398" r:id="rId5"/>
    <p:sldId id="403" r:id="rId6"/>
    <p:sldId id="396" r:id="rId7"/>
    <p:sldId id="404" r:id="rId8"/>
    <p:sldId id="405" r:id="rId9"/>
    <p:sldId id="401" r:id="rId10"/>
    <p:sldId id="399" r:id="rId11"/>
    <p:sldId id="406" r:id="rId12"/>
    <p:sldId id="408" r:id="rId13"/>
    <p:sldId id="407" r:id="rId14"/>
    <p:sldId id="402" r:id="rId15"/>
    <p:sldId id="409" r:id="rId16"/>
    <p:sldId id="410" r:id="rId17"/>
    <p:sldId id="400" r:id="rId18"/>
    <p:sldId id="377" r:id="rId19"/>
    <p:sldId id="376" r:id="rId2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ladri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5B"/>
    <a:srgbClr val="CC00CC"/>
    <a:srgbClr val="CC0099"/>
    <a:srgbClr val="FF33CC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3C4EB-07EC-43A7-9137-9EC1BC6BBB3F}" v="40" dt="2026-02-22T19:09:51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39" autoAdjust="0"/>
  </p:normalViewPr>
  <p:slideViewPr>
    <p:cSldViewPr snapToGrid="0">
      <p:cViewPr varScale="1">
        <p:scale>
          <a:sx n="74" d="100"/>
          <a:sy n="74" d="100"/>
        </p:scale>
        <p:origin x="965" y="1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39" y="62"/>
      </p:cViewPr>
      <p:guideLst>
        <p:guide orient="horz" pos="3024"/>
        <p:guide pos="23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adri Roy" userId="d9328a121aada6b5" providerId="LiveId" clId="{96B0BD39-05F6-4AFF-A87E-F3403B4BD5A5}"/>
    <pc:docChg chg="undo custSel addSld modSld sldOrd">
      <pc:chgData name="Niladri Roy" userId="d9328a121aada6b5" providerId="LiveId" clId="{96B0BD39-05F6-4AFF-A87E-F3403B4BD5A5}" dt="2026-02-22T19:12:53.409" v="506" actId="20577"/>
      <pc:docMkLst>
        <pc:docMk/>
      </pc:docMkLst>
      <pc:sldChg chg="modSp mod">
        <pc:chgData name="Niladri Roy" userId="d9328a121aada6b5" providerId="LiveId" clId="{96B0BD39-05F6-4AFF-A87E-F3403B4BD5A5}" dt="2026-02-22T17:45:20.623" v="8" actId="6549"/>
        <pc:sldMkLst>
          <pc:docMk/>
          <pc:sldMk cId="2212245148" sldId="351"/>
        </pc:sldMkLst>
        <pc:spChg chg="mod">
          <ac:chgData name="Niladri Roy" userId="d9328a121aada6b5" providerId="LiveId" clId="{96B0BD39-05F6-4AFF-A87E-F3403B4BD5A5}" dt="2026-02-22T17:45:20.623" v="8" actId="6549"/>
          <ac:spMkLst>
            <pc:docMk/>
            <pc:sldMk cId="2212245148" sldId="351"/>
            <ac:spMk id="12" creationId="{B42966B2-01AB-F792-DEEF-428F2FD2D182}"/>
          </ac:spMkLst>
        </pc:spChg>
      </pc:sldChg>
      <pc:sldChg chg="addSp delSp modSp mod">
        <pc:chgData name="Niladri Roy" userId="d9328a121aada6b5" providerId="LiveId" clId="{96B0BD39-05F6-4AFF-A87E-F3403B4BD5A5}" dt="2026-02-22T18:59:39.821" v="449" actId="1037"/>
        <pc:sldMkLst>
          <pc:docMk/>
          <pc:sldMk cId="641836976" sldId="377"/>
        </pc:sldMkLst>
        <pc:spChg chg="mod">
          <ac:chgData name="Niladri Roy" userId="d9328a121aada6b5" providerId="LiveId" clId="{96B0BD39-05F6-4AFF-A87E-F3403B4BD5A5}" dt="2026-02-22T18:42:52.597" v="308" actId="20577"/>
          <ac:spMkLst>
            <pc:docMk/>
            <pc:sldMk cId="641836976" sldId="377"/>
            <ac:spMk id="2" creationId="{97624A84-8E50-4314-8CCF-17CD092A3A23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9" creationId="{124FD899-4F96-4795-8483-0EDDF69AEAD1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13" creationId="{110B78F3-0C08-49A4-8EB4-F331E8010517}"/>
          </ac:spMkLst>
        </pc:spChg>
        <pc:spChg chg="add mod">
          <ac:chgData name="Niladri Roy" userId="d9328a121aada6b5" providerId="LiveId" clId="{96B0BD39-05F6-4AFF-A87E-F3403B4BD5A5}" dt="2026-02-22T18:59:33.501" v="445" actId="1036"/>
          <ac:spMkLst>
            <pc:docMk/>
            <pc:sldMk cId="641836976" sldId="377"/>
            <ac:spMk id="17" creationId="{CC3F1DD4-C4F7-1877-CE89-704B654BA965}"/>
          </ac:spMkLst>
        </pc:spChg>
        <pc:spChg chg="add mod">
          <ac:chgData name="Niladri Roy" userId="d9328a121aada6b5" providerId="LiveId" clId="{96B0BD39-05F6-4AFF-A87E-F3403B4BD5A5}" dt="2026-02-22T18:59:33.501" v="445" actId="1036"/>
          <ac:spMkLst>
            <pc:docMk/>
            <pc:sldMk cId="641836976" sldId="377"/>
            <ac:spMk id="19" creationId="{E8F3531D-229B-127F-8625-16398B495CE5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48" creationId="{CA69AD4A-B5C1-4C8A-857D-EF1F04C59834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75" creationId="{EDCAD159-7BCA-FBBC-0744-13746CC4B581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76" creationId="{5CA7C942-7E86-4BD2-92B2-10FB2D6E5E52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87" creationId="{582D5D44-F824-330F-051D-81DC413E8222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93" creationId="{747C2B18-BF4D-485A-B5CA-05D10B22E6CA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98" creationId="{8FDEB6D2-2DC9-460B-90D0-7AA871FBDBCB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103" creationId="{77741823-4D2F-BAD1-C294-9F52F8C8D9EB}"/>
          </ac:spMkLst>
        </pc:spChg>
        <pc:spChg chg="del">
          <ac:chgData name="Niladri Roy" userId="d9328a121aada6b5" providerId="LiveId" clId="{96B0BD39-05F6-4AFF-A87E-F3403B4BD5A5}" dt="2026-02-22T18:11:20.009" v="91" actId="478"/>
          <ac:spMkLst>
            <pc:docMk/>
            <pc:sldMk cId="641836976" sldId="377"/>
            <ac:spMk id="141" creationId="{CE30171C-AA55-4530-83D5-5436CA46F79A}"/>
          </ac:spMkLst>
        </pc:spChg>
        <pc:picChg chg="add mod ord">
          <ac:chgData name="Niladri Roy" userId="d9328a121aada6b5" providerId="LiveId" clId="{96B0BD39-05F6-4AFF-A87E-F3403B4BD5A5}" dt="2026-02-22T18:38:15.070" v="235" actId="14100"/>
          <ac:picMkLst>
            <pc:docMk/>
            <pc:sldMk cId="641836976" sldId="377"/>
            <ac:picMk id="4" creationId="{3BF20DCB-E67C-69D3-7539-D7F435104A72}"/>
          </ac:picMkLst>
        </pc:picChg>
        <pc:picChg chg="add del mod">
          <ac:chgData name="Niladri Roy" userId="d9328a121aada6b5" providerId="LiveId" clId="{96B0BD39-05F6-4AFF-A87E-F3403B4BD5A5}" dt="2026-02-22T18:18:36.646" v="109" actId="478"/>
          <ac:picMkLst>
            <pc:docMk/>
            <pc:sldMk cId="641836976" sldId="377"/>
            <ac:picMk id="7" creationId="{F8DE3F3C-1457-051C-9583-F804DAD739B5}"/>
          </ac:picMkLst>
        </pc:picChg>
        <pc:picChg chg="add del mod">
          <ac:chgData name="Niladri Roy" userId="d9328a121aada6b5" providerId="LiveId" clId="{96B0BD39-05F6-4AFF-A87E-F3403B4BD5A5}" dt="2026-02-22T18:24:13.711" v="142" actId="478"/>
          <ac:picMkLst>
            <pc:docMk/>
            <pc:sldMk cId="641836976" sldId="377"/>
            <ac:picMk id="11" creationId="{83899A78-CCAB-F7FE-3FA1-DE4E94E3C077}"/>
          </ac:picMkLst>
        </pc:picChg>
        <pc:picChg chg="add del mod">
          <ac:chgData name="Niladri Roy" userId="d9328a121aada6b5" providerId="LiveId" clId="{96B0BD39-05F6-4AFF-A87E-F3403B4BD5A5}" dt="2026-02-22T18:25:00.703" v="152" actId="478"/>
          <ac:picMkLst>
            <pc:docMk/>
            <pc:sldMk cId="641836976" sldId="377"/>
            <ac:picMk id="15" creationId="{B6540CCC-1965-B561-5F4B-7E5345C6F0CB}"/>
          </ac:picMkLst>
        </pc:picChg>
        <pc:picChg chg="add del mod">
          <ac:chgData name="Niladri Roy" userId="d9328a121aada6b5" providerId="LiveId" clId="{96B0BD39-05F6-4AFF-A87E-F3403B4BD5A5}" dt="2026-02-22T18:33:38.827" v="190" actId="478"/>
          <ac:picMkLst>
            <pc:docMk/>
            <pc:sldMk cId="641836976" sldId="377"/>
            <ac:picMk id="1026" creationId="{02BF2B50-E908-7307-D763-1635FA396AA4}"/>
          </ac:picMkLst>
        </pc:picChg>
        <pc:cxnChg chg="add mod">
          <ac:chgData name="Niladri Roy" userId="d9328a121aada6b5" providerId="LiveId" clId="{96B0BD39-05F6-4AFF-A87E-F3403B4BD5A5}" dt="2026-02-22T18:59:39.821" v="449" actId="1037"/>
          <ac:cxnSpMkLst>
            <pc:docMk/>
            <pc:sldMk cId="641836976" sldId="377"/>
            <ac:cxnSpMk id="21" creationId="{09C1732D-98AC-0C72-3F06-4FD72D453A8A}"/>
          </ac:cxnSpMkLst>
        </pc:cxnChg>
      </pc:sldChg>
      <pc:sldChg chg="ord">
        <pc:chgData name="Niladri Roy" userId="d9328a121aada6b5" providerId="LiveId" clId="{96B0BD39-05F6-4AFF-A87E-F3403B4BD5A5}" dt="2026-02-22T17:45:02.133" v="7"/>
        <pc:sldMkLst>
          <pc:docMk/>
          <pc:sldMk cId="3859565161" sldId="394"/>
        </pc:sldMkLst>
      </pc:sldChg>
      <pc:sldChg chg="ord">
        <pc:chgData name="Niladri Roy" userId="d9328a121aada6b5" providerId="LiveId" clId="{96B0BD39-05F6-4AFF-A87E-F3403B4BD5A5}" dt="2026-02-22T17:42:51.707" v="5"/>
        <pc:sldMkLst>
          <pc:docMk/>
          <pc:sldMk cId="2669638859" sldId="396"/>
        </pc:sldMkLst>
      </pc:sldChg>
      <pc:sldChg chg="addSp delSp modSp mod ord">
        <pc:chgData name="Niladri Roy" userId="d9328a121aada6b5" providerId="LiveId" clId="{96B0BD39-05F6-4AFF-A87E-F3403B4BD5A5}" dt="2026-02-22T19:11:46.662" v="495"/>
        <pc:sldMkLst>
          <pc:docMk/>
          <pc:sldMk cId="811132344" sldId="400"/>
        </pc:sldMkLst>
        <pc:spChg chg="mod">
          <ac:chgData name="Niladri Roy" userId="d9328a121aada6b5" providerId="LiveId" clId="{96B0BD39-05F6-4AFF-A87E-F3403B4BD5A5}" dt="2026-02-22T18:12:31.763" v="97" actId="404"/>
          <ac:spMkLst>
            <pc:docMk/>
            <pc:sldMk cId="811132344" sldId="400"/>
            <ac:spMk id="4" creationId="{48822FE8-679C-F4AB-099C-DDFACE6E6D68}"/>
          </ac:spMkLst>
        </pc:spChg>
        <pc:spChg chg="add mod">
          <ac:chgData name="Niladri Roy" userId="d9328a121aada6b5" providerId="LiveId" clId="{96B0BD39-05F6-4AFF-A87E-F3403B4BD5A5}" dt="2026-02-22T17:59:03.234" v="42" actId="113"/>
          <ac:spMkLst>
            <pc:docMk/>
            <pc:sldMk cId="811132344" sldId="400"/>
            <ac:spMk id="12" creationId="{6DEA2B50-A6CE-CC41-556D-1C52199E362D}"/>
          </ac:spMkLst>
        </pc:spChg>
        <pc:picChg chg="add mod">
          <ac:chgData name="Niladri Roy" userId="d9328a121aada6b5" providerId="LiveId" clId="{96B0BD39-05F6-4AFF-A87E-F3403B4BD5A5}" dt="2026-02-22T17:56:35.981" v="25" actId="1076"/>
          <ac:picMkLst>
            <pc:docMk/>
            <pc:sldMk cId="811132344" sldId="400"/>
            <ac:picMk id="6" creationId="{A1246C7D-825A-9645-DC65-2405E4393574}"/>
          </ac:picMkLst>
        </pc:picChg>
        <pc:picChg chg="add del mod">
          <ac:chgData name="Niladri Roy" userId="d9328a121aada6b5" providerId="LiveId" clId="{96B0BD39-05F6-4AFF-A87E-F3403B4BD5A5}" dt="2026-02-22T17:56:08.817" v="19" actId="478"/>
          <ac:picMkLst>
            <pc:docMk/>
            <pc:sldMk cId="811132344" sldId="400"/>
            <ac:picMk id="8" creationId="{16608565-36AC-363A-EDC6-DC94637B424A}"/>
          </ac:picMkLst>
        </pc:picChg>
        <pc:picChg chg="add mod">
          <ac:chgData name="Niladri Roy" userId="d9328a121aada6b5" providerId="LiveId" clId="{96B0BD39-05F6-4AFF-A87E-F3403B4BD5A5}" dt="2026-02-22T17:56:28.036" v="24" actId="1076"/>
          <ac:picMkLst>
            <pc:docMk/>
            <pc:sldMk cId="811132344" sldId="400"/>
            <ac:picMk id="10" creationId="{838121F7-993A-A848-0FD4-01927145882C}"/>
          </ac:picMkLst>
        </pc:picChg>
        <pc:picChg chg="del">
          <ac:chgData name="Niladri Roy" userId="d9328a121aada6b5" providerId="LiveId" clId="{96B0BD39-05F6-4AFF-A87E-F3403B4BD5A5}" dt="2026-02-22T17:53:44.516" v="9" actId="478"/>
          <ac:picMkLst>
            <pc:docMk/>
            <pc:sldMk cId="811132344" sldId="400"/>
            <ac:picMk id="1026" creationId="{72FE934F-CC37-B838-B65E-0D2972F23156}"/>
          </ac:picMkLst>
        </pc:picChg>
      </pc:sldChg>
      <pc:sldChg chg="addSp delSp modSp mod">
        <pc:chgData name="Niladri Roy" userId="d9328a121aada6b5" providerId="LiveId" clId="{96B0BD39-05F6-4AFF-A87E-F3403B4BD5A5}" dt="2026-02-22T18:12:46.225" v="98" actId="1076"/>
        <pc:sldMkLst>
          <pc:docMk/>
          <pc:sldMk cId="3389387377" sldId="402"/>
        </pc:sldMkLst>
        <pc:spChg chg="mod">
          <ac:chgData name="Niladri Roy" userId="d9328a121aada6b5" providerId="LiveId" clId="{96B0BD39-05F6-4AFF-A87E-F3403B4BD5A5}" dt="2026-02-22T18:10:52.303" v="90" actId="20577"/>
          <ac:spMkLst>
            <pc:docMk/>
            <pc:sldMk cId="3389387377" sldId="402"/>
            <ac:spMk id="2" creationId="{F77627A3-FF97-C3A7-0836-0DB1F0251ED5}"/>
          </ac:spMkLst>
        </pc:spChg>
        <pc:spChg chg="mod">
          <ac:chgData name="Niladri Roy" userId="d9328a121aada6b5" providerId="LiveId" clId="{96B0BD39-05F6-4AFF-A87E-F3403B4BD5A5}" dt="2026-02-22T18:12:46.225" v="98" actId="1076"/>
          <ac:spMkLst>
            <pc:docMk/>
            <pc:sldMk cId="3389387377" sldId="402"/>
            <ac:spMk id="11" creationId="{23285B46-0087-7BD4-679C-4CFD32171E2C}"/>
          </ac:spMkLst>
        </pc:spChg>
        <pc:picChg chg="add mod">
          <ac:chgData name="Niladri Roy" userId="d9328a121aada6b5" providerId="LiveId" clId="{96B0BD39-05F6-4AFF-A87E-F3403B4BD5A5}" dt="2026-02-22T18:10:16.028" v="47" actId="1076"/>
          <ac:picMkLst>
            <pc:docMk/>
            <pc:sldMk cId="3389387377" sldId="402"/>
            <ac:picMk id="5" creationId="{82F5E010-5691-798F-EB98-E9DBAEC2D7EF}"/>
          </ac:picMkLst>
        </pc:picChg>
        <pc:picChg chg="del">
          <ac:chgData name="Niladri Roy" userId="d9328a121aada6b5" providerId="LiveId" clId="{96B0BD39-05F6-4AFF-A87E-F3403B4BD5A5}" dt="2026-02-22T18:10:04.511" v="44" actId="478"/>
          <ac:picMkLst>
            <pc:docMk/>
            <pc:sldMk cId="3389387377" sldId="402"/>
            <ac:picMk id="14" creationId="{8E2F8356-E4E3-A679-689D-228EDC31553A}"/>
          </ac:picMkLst>
        </pc:picChg>
        <pc:picChg chg="del">
          <ac:chgData name="Niladri Roy" userId="d9328a121aada6b5" providerId="LiveId" clId="{96B0BD39-05F6-4AFF-A87E-F3403B4BD5A5}" dt="2026-02-22T18:10:03.714" v="43" actId="478"/>
          <ac:picMkLst>
            <pc:docMk/>
            <pc:sldMk cId="3389387377" sldId="402"/>
            <ac:picMk id="16" creationId="{89ED6C21-27C1-0D33-0C94-68CE9D3AB948}"/>
          </ac:picMkLst>
        </pc:picChg>
        <pc:picChg chg="del">
          <ac:chgData name="Niladri Roy" userId="d9328a121aada6b5" providerId="LiveId" clId="{96B0BD39-05F6-4AFF-A87E-F3403B4BD5A5}" dt="2026-02-22T18:10:03.714" v="43" actId="478"/>
          <ac:picMkLst>
            <pc:docMk/>
            <pc:sldMk cId="3389387377" sldId="402"/>
            <ac:picMk id="18" creationId="{A764984D-9F92-47F9-F8FB-813FB7A9B372}"/>
          </ac:picMkLst>
        </pc:picChg>
        <pc:picChg chg="del">
          <ac:chgData name="Niladri Roy" userId="d9328a121aada6b5" providerId="LiveId" clId="{96B0BD39-05F6-4AFF-A87E-F3403B4BD5A5}" dt="2026-02-22T18:10:03.714" v="43" actId="478"/>
          <ac:picMkLst>
            <pc:docMk/>
            <pc:sldMk cId="3389387377" sldId="402"/>
            <ac:picMk id="20" creationId="{B1C0F7AB-0CA5-1208-8E67-A8558456D795}"/>
          </ac:picMkLst>
        </pc:picChg>
        <pc:picChg chg="del">
          <ac:chgData name="Niladri Roy" userId="d9328a121aada6b5" providerId="LiveId" clId="{96B0BD39-05F6-4AFF-A87E-F3403B4BD5A5}" dt="2026-02-22T18:10:03.714" v="43" actId="478"/>
          <ac:picMkLst>
            <pc:docMk/>
            <pc:sldMk cId="3389387377" sldId="402"/>
            <ac:picMk id="2050" creationId="{0FF09B48-CBAC-EC4E-DE78-26058029453A}"/>
          </ac:picMkLst>
        </pc:picChg>
      </pc:sldChg>
      <pc:sldChg chg="addSp delSp modSp add mod ord">
        <pc:chgData name="Niladri Roy" userId="d9328a121aada6b5" providerId="LiveId" clId="{96B0BD39-05F6-4AFF-A87E-F3403B4BD5A5}" dt="2026-02-22T19:11:46.662" v="495"/>
        <pc:sldMkLst>
          <pc:docMk/>
          <pc:sldMk cId="1834625503" sldId="409"/>
        </pc:sldMkLst>
        <pc:spChg chg="mod">
          <ac:chgData name="Niladri Roy" userId="d9328a121aada6b5" providerId="LiveId" clId="{96B0BD39-05F6-4AFF-A87E-F3403B4BD5A5}" dt="2026-02-22T18:52:49.836" v="317"/>
          <ac:spMkLst>
            <pc:docMk/>
            <pc:sldMk cId="1834625503" sldId="409"/>
            <ac:spMk id="2" creationId="{7980637A-D450-D1E9-209D-22728471E76F}"/>
          </ac:spMkLst>
        </pc:spChg>
        <pc:spChg chg="add mod">
          <ac:chgData name="Niladri Roy" userId="d9328a121aada6b5" providerId="LiveId" clId="{96B0BD39-05F6-4AFF-A87E-F3403B4BD5A5}" dt="2026-02-22T18:57:59.473" v="433" actId="14100"/>
          <ac:spMkLst>
            <pc:docMk/>
            <pc:sldMk cId="1834625503" sldId="409"/>
            <ac:spMk id="5" creationId="{F5B1895F-D727-D8B7-29BA-E6E368B70E6C}"/>
          </ac:spMkLst>
        </pc:spChg>
        <pc:spChg chg="del">
          <ac:chgData name="Niladri Roy" userId="d9328a121aada6b5" providerId="LiveId" clId="{96B0BD39-05F6-4AFF-A87E-F3403B4BD5A5}" dt="2026-02-22T18:43:40.498" v="312" actId="478"/>
          <ac:spMkLst>
            <pc:docMk/>
            <pc:sldMk cId="1834625503" sldId="409"/>
            <ac:spMk id="6" creationId="{A69F1C17-EAB7-67A1-5481-2BA87B11F0FD}"/>
          </ac:spMkLst>
        </pc:spChg>
        <pc:spChg chg="add mod">
          <ac:chgData name="Niladri Roy" userId="d9328a121aada6b5" providerId="LiveId" clId="{96B0BD39-05F6-4AFF-A87E-F3403B4BD5A5}" dt="2026-02-22T18:56:46.038" v="395" actId="1076"/>
          <ac:spMkLst>
            <pc:docMk/>
            <pc:sldMk cId="1834625503" sldId="409"/>
            <ac:spMk id="9" creationId="{EE6703C8-08BF-E750-12A6-F3E9879E5AD8}"/>
          </ac:spMkLst>
        </pc:spChg>
        <pc:picChg chg="del">
          <ac:chgData name="Niladri Roy" userId="d9328a121aada6b5" providerId="LiveId" clId="{96B0BD39-05F6-4AFF-A87E-F3403B4BD5A5}" dt="2026-02-22T18:43:34.345" v="311" actId="478"/>
          <ac:picMkLst>
            <pc:docMk/>
            <pc:sldMk cId="1834625503" sldId="409"/>
            <ac:picMk id="7" creationId="{2BDD8494-BAFF-1DAA-3640-DC5046A46985}"/>
          </ac:picMkLst>
        </pc:picChg>
        <pc:picChg chg="add mod">
          <ac:chgData name="Niladri Roy" userId="d9328a121aada6b5" providerId="LiveId" clId="{96B0BD39-05F6-4AFF-A87E-F3403B4BD5A5}" dt="2026-02-22T18:53:32.352" v="323" actId="1076"/>
          <ac:picMkLst>
            <pc:docMk/>
            <pc:sldMk cId="1834625503" sldId="409"/>
            <ac:picMk id="2050" creationId="{F8EFC06F-6ED1-2009-2910-C0E70ED2BDF0}"/>
          </ac:picMkLst>
        </pc:picChg>
        <pc:picChg chg="add mod">
          <ac:chgData name="Niladri Roy" userId="d9328a121aada6b5" providerId="LiveId" clId="{96B0BD39-05F6-4AFF-A87E-F3403B4BD5A5}" dt="2026-02-22T18:53:52.981" v="326" actId="1076"/>
          <ac:picMkLst>
            <pc:docMk/>
            <pc:sldMk cId="1834625503" sldId="409"/>
            <ac:picMk id="2052" creationId="{9864BDFD-D0BE-3E6E-3EF1-74EB32930AC3}"/>
          </ac:picMkLst>
        </pc:picChg>
      </pc:sldChg>
      <pc:sldChg chg="addSp delSp modSp add mod ord">
        <pc:chgData name="Niladri Roy" userId="d9328a121aada6b5" providerId="LiveId" clId="{96B0BD39-05F6-4AFF-A87E-F3403B4BD5A5}" dt="2026-02-22T19:12:53.409" v="506" actId="20577"/>
        <pc:sldMkLst>
          <pc:docMk/>
          <pc:sldMk cId="2412391706" sldId="410"/>
        </pc:sldMkLst>
        <pc:spChg chg="mod">
          <ac:chgData name="Niladri Roy" userId="d9328a121aada6b5" providerId="LiveId" clId="{96B0BD39-05F6-4AFF-A87E-F3403B4BD5A5}" dt="2026-02-22T19:12:53.409" v="506" actId="20577"/>
          <ac:spMkLst>
            <pc:docMk/>
            <pc:sldMk cId="2412391706" sldId="410"/>
            <ac:spMk id="2" creationId="{CA3D4EA2-FA50-B032-542A-5A6BFCC90C7D}"/>
          </ac:spMkLst>
        </pc:spChg>
        <pc:spChg chg="add mod">
          <ac:chgData name="Niladri Roy" userId="d9328a121aada6b5" providerId="LiveId" clId="{96B0BD39-05F6-4AFF-A87E-F3403B4BD5A5}" dt="2026-02-22T19:11:15.800" v="489" actId="1037"/>
          <ac:spMkLst>
            <pc:docMk/>
            <pc:sldMk cId="2412391706" sldId="410"/>
            <ac:spMk id="5" creationId="{F33BBAE2-0BAB-D271-9B94-4B4413F751B2}"/>
          </ac:spMkLst>
        </pc:spChg>
        <pc:spChg chg="del">
          <ac:chgData name="Niladri Roy" userId="d9328a121aada6b5" providerId="LiveId" clId="{96B0BD39-05F6-4AFF-A87E-F3403B4BD5A5}" dt="2026-02-22T18:43:44.655" v="314" actId="478"/>
          <ac:spMkLst>
            <pc:docMk/>
            <pc:sldMk cId="2412391706" sldId="410"/>
            <ac:spMk id="6" creationId="{16948789-1B84-9732-E5F0-1E9E13D36F87}"/>
          </ac:spMkLst>
        </pc:spChg>
        <pc:picChg chg="del">
          <ac:chgData name="Niladri Roy" userId="d9328a121aada6b5" providerId="LiveId" clId="{96B0BD39-05F6-4AFF-A87E-F3403B4BD5A5}" dt="2026-02-22T18:43:43.217" v="313" actId="478"/>
          <ac:picMkLst>
            <pc:docMk/>
            <pc:sldMk cId="2412391706" sldId="410"/>
            <ac:picMk id="7" creationId="{97EB20CA-91A4-D4AE-BFE2-BE022F10D89D}"/>
          </ac:picMkLst>
        </pc:picChg>
        <pc:picChg chg="add mod">
          <ac:chgData name="Niladri Roy" userId="d9328a121aada6b5" providerId="LiveId" clId="{96B0BD39-05F6-4AFF-A87E-F3403B4BD5A5}" dt="2026-02-22T19:09:51.082" v="461" actId="1036"/>
          <ac:picMkLst>
            <pc:docMk/>
            <pc:sldMk cId="2412391706" sldId="410"/>
            <ac:picMk id="3074" creationId="{1E2BB2AE-653C-3739-1B43-85B87041B87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C73CE1B-B60F-42DA-A034-2EB7146FCADD}" type="datetimeFigureOut">
              <a:rPr lang="en-IN" smtClean="0"/>
              <a:pPr/>
              <a:t>22-02-2026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F0C3962-F8B0-445F-B3CC-F5C92BDEEFE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102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17816EF-B662-472A-9FF5-7E2CBED687EF}" type="datetimeFigureOut">
              <a:rPr lang="en-GB" smtClean="0"/>
              <a:pPr/>
              <a:t>22/02/2026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61038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1219BA7-8496-4F82-8D65-9052EC5EC9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8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19BA7-8496-4F82-8D65-9052EC5EC90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064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19BA7-8496-4F82-8D65-9052EC5EC90B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911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219BA7-8496-4F82-8D65-9052EC5EC90B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36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4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657344"/>
            <a:ext cx="12192000" cy="36512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7225" y="6650568"/>
            <a:ext cx="2871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980D2-24F1-4AF6-A27A-8FE41B5A74B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689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24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75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08100" y="2921000"/>
            <a:ext cx="3949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2730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957130"/>
          </a:xfrm>
          <a:prstGeom prst="rect">
            <a:avLst/>
          </a:prstGeom>
          <a:solidFill>
            <a:schemeClr val="accent1"/>
          </a:solidFill>
        </p:spPr>
        <p:txBody>
          <a:bodyPr vert="horz" lIns="45000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47FD5-3C04-47F7-8893-A884FC3F74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874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4" r:id="rId3"/>
    <p:sldLayoutId id="2147483658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4F3C6E68-DBEA-CD3C-58C7-75176B865C1E}"/>
              </a:ext>
            </a:extLst>
          </p:cNvPr>
          <p:cNvSpPr/>
          <p:nvPr/>
        </p:nvSpPr>
        <p:spPr>
          <a:xfrm>
            <a:off x="116730" y="107004"/>
            <a:ext cx="11887201" cy="6624535"/>
          </a:xfrm>
          <a:prstGeom prst="frame">
            <a:avLst>
              <a:gd name="adj1" fmla="val 37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FF09A3-D881-6F3D-8CA3-16C1E7E2B44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966B2-01AB-F792-DEEF-428F2FD2D182}"/>
              </a:ext>
            </a:extLst>
          </p:cNvPr>
          <p:cNvSpPr txBox="1"/>
          <p:nvPr/>
        </p:nvSpPr>
        <p:spPr>
          <a:xfrm>
            <a:off x="431056" y="2865240"/>
            <a:ext cx="11285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Converting Innovation into a Startup</a:t>
            </a:r>
            <a:endParaRPr lang="en-IN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24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8766-D82F-14CF-CEC4-3F02F17B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Journey of Digital Transformation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D8964-408F-1272-D541-8AB0467BB47B}"/>
              </a:ext>
            </a:extLst>
          </p:cNvPr>
          <p:cNvSpPr/>
          <p:nvPr/>
        </p:nvSpPr>
        <p:spPr>
          <a:xfrm>
            <a:off x="528397" y="5981862"/>
            <a:ext cx="9282703" cy="4571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3" descr="C:\Users\niladri\Desktop\DTC\Day 1 Ref\dg-blog1.png">
            <a:extLst>
              <a:ext uri="{FF2B5EF4-FFF2-40B4-BE49-F238E27FC236}">
                <a16:creationId xmlns:a16="http://schemas.microsoft.com/office/drawing/2014/main" id="{F72F0887-7BDB-2EF7-A7BE-B6CDB612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73" y="1151616"/>
            <a:ext cx="11083454" cy="453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739208-C6C1-D07E-CB2A-4B58FC5395B9}"/>
              </a:ext>
            </a:extLst>
          </p:cNvPr>
          <p:cNvCxnSpPr>
            <a:cxnSpLocks/>
          </p:cNvCxnSpPr>
          <p:nvPr/>
        </p:nvCxnSpPr>
        <p:spPr>
          <a:xfrm>
            <a:off x="1934816" y="3298255"/>
            <a:ext cx="20358" cy="3352313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189248-EE72-D46F-FE75-0FCF5C7ADA8C}"/>
              </a:ext>
            </a:extLst>
          </p:cNvPr>
          <p:cNvCxnSpPr>
            <a:cxnSpLocks/>
          </p:cNvCxnSpPr>
          <p:nvPr/>
        </p:nvCxnSpPr>
        <p:spPr>
          <a:xfrm>
            <a:off x="4283470" y="4909127"/>
            <a:ext cx="0" cy="174144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A93BC5-75E4-E201-BD1B-06F2FA11AC45}"/>
              </a:ext>
            </a:extLst>
          </p:cNvPr>
          <p:cNvCxnSpPr>
            <a:cxnSpLocks/>
          </p:cNvCxnSpPr>
          <p:nvPr/>
        </p:nvCxnSpPr>
        <p:spPr>
          <a:xfrm>
            <a:off x="6867957" y="3429000"/>
            <a:ext cx="0" cy="322156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3733D4-50C6-CBF5-4680-89229FBC2FC2}"/>
              </a:ext>
            </a:extLst>
          </p:cNvPr>
          <p:cNvSpPr txBox="1"/>
          <p:nvPr/>
        </p:nvSpPr>
        <p:spPr>
          <a:xfrm>
            <a:off x="4319435" y="6058564"/>
            <a:ext cx="2487835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1400" dirty="0"/>
              <a:t>Integrated: ERP, CRM, HRMS…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F0328-75E3-F697-40BC-03F1518B0ED9}"/>
              </a:ext>
            </a:extLst>
          </p:cNvPr>
          <p:cNvSpPr txBox="1"/>
          <p:nvPr/>
        </p:nvSpPr>
        <p:spPr>
          <a:xfrm>
            <a:off x="1991135" y="6058565"/>
            <a:ext cx="2231648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/>
              <a:t>Silo: FA, Payroll, Website…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EC0CBD-E0FE-B2E8-3CB9-87E8B74859A1}"/>
              </a:ext>
            </a:extLst>
          </p:cNvPr>
          <p:cNvSpPr txBox="1"/>
          <p:nvPr/>
        </p:nvSpPr>
        <p:spPr>
          <a:xfrm>
            <a:off x="530261" y="6056532"/>
            <a:ext cx="1364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Solution Type</a:t>
            </a:r>
          </a:p>
        </p:txBody>
      </p:sp>
      <p:sp>
        <p:nvSpPr>
          <p:cNvPr id="14" name="Pentagon 11">
            <a:extLst>
              <a:ext uri="{FF2B5EF4-FFF2-40B4-BE49-F238E27FC236}">
                <a16:creationId xmlns:a16="http://schemas.microsoft.com/office/drawing/2014/main" id="{870EDA5A-BE05-FC65-A09A-D269442384B5}"/>
              </a:ext>
            </a:extLst>
          </p:cNvPr>
          <p:cNvSpPr/>
          <p:nvPr/>
        </p:nvSpPr>
        <p:spPr>
          <a:xfrm>
            <a:off x="9809934" y="5981862"/>
            <a:ext cx="1973905" cy="457119"/>
          </a:xfrm>
          <a:prstGeom prst="homePlate">
            <a:avLst>
              <a:gd name="adj" fmla="val 6634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Pentagon 18">
            <a:extLst>
              <a:ext uri="{FF2B5EF4-FFF2-40B4-BE49-F238E27FC236}">
                <a16:creationId xmlns:a16="http://schemas.microsoft.com/office/drawing/2014/main" id="{3A37A28D-FFC8-1AF9-7BBD-7747BC310630}"/>
              </a:ext>
            </a:extLst>
          </p:cNvPr>
          <p:cNvSpPr/>
          <p:nvPr/>
        </p:nvSpPr>
        <p:spPr>
          <a:xfrm>
            <a:off x="6903919" y="6058564"/>
            <a:ext cx="4664626" cy="307777"/>
          </a:xfrm>
          <a:prstGeom prst="homePlate">
            <a:avLst>
              <a:gd name="adj" fmla="val 5353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/>
              <a:t>Digital: Cloud, Mobile, IoT, Social Media, AI/ML, Big data….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B5F0A-8EBC-328E-7075-601E3C14DCE6}"/>
              </a:ext>
            </a:extLst>
          </p:cNvPr>
          <p:cNvSpPr txBox="1"/>
          <p:nvPr/>
        </p:nvSpPr>
        <p:spPr>
          <a:xfrm>
            <a:off x="1390156" y="3250271"/>
            <a:ext cx="1127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+mj-lt"/>
              </a:rPr>
              <a:t>1900</a:t>
            </a:r>
            <a:endParaRPr lang="en-IN" sz="32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EEB37-0E20-1535-6EF9-58C96908E403}"/>
              </a:ext>
            </a:extLst>
          </p:cNvPr>
          <p:cNvSpPr txBox="1"/>
          <p:nvPr/>
        </p:nvSpPr>
        <p:spPr>
          <a:xfrm>
            <a:off x="3724104" y="3240009"/>
            <a:ext cx="1127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+mj-lt"/>
              </a:rPr>
              <a:t>2000</a:t>
            </a:r>
            <a:endParaRPr lang="en-IN" sz="32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65AB5A-F0EF-1C45-F574-D92917F3B76F}"/>
              </a:ext>
            </a:extLst>
          </p:cNvPr>
          <p:cNvSpPr txBox="1"/>
          <p:nvPr/>
        </p:nvSpPr>
        <p:spPr>
          <a:xfrm>
            <a:off x="6292417" y="3365269"/>
            <a:ext cx="1127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+mj-lt"/>
              </a:rPr>
              <a:t>2010</a:t>
            </a:r>
            <a:endParaRPr lang="en-IN" sz="3200" b="1" dirty="0">
              <a:solidFill>
                <a:schemeClr val="accent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956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E019-F0A2-38E3-453C-B7EDDE58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Businessman vs Entrepreneur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EED16-E56B-BFD3-EBB8-C3D2EF834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C9D112-9624-8B57-069B-156558080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485" y="1406255"/>
            <a:ext cx="4535291" cy="453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946D9-680F-8F42-3348-811E9A1C58AB}"/>
              </a:ext>
            </a:extLst>
          </p:cNvPr>
          <p:cNvSpPr txBox="1"/>
          <p:nvPr/>
        </p:nvSpPr>
        <p:spPr>
          <a:xfrm>
            <a:off x="230913" y="6673334"/>
            <a:ext cx="2097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Source: quora.com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5BA1C-08A8-3A30-AA4B-22C348418721}"/>
              </a:ext>
            </a:extLst>
          </p:cNvPr>
          <p:cNvSpPr txBox="1"/>
          <p:nvPr/>
        </p:nvSpPr>
        <p:spPr>
          <a:xfrm>
            <a:off x="4504134" y="6104927"/>
            <a:ext cx="3039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Entrepreneurs are innovative.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B78CF8-BC14-53F4-F29D-3755C117595A}"/>
              </a:ext>
            </a:extLst>
          </p:cNvPr>
          <p:cNvSpPr txBox="1"/>
          <p:nvPr/>
        </p:nvSpPr>
        <p:spPr>
          <a:xfrm>
            <a:off x="692447" y="2796737"/>
            <a:ext cx="27065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Start a business from an existing idea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Traditional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Avoid taking risks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Profit oriented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Market “Player”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51CB84-7A9C-D184-1A8B-39618B1DD08E}"/>
              </a:ext>
            </a:extLst>
          </p:cNvPr>
          <p:cNvSpPr txBox="1"/>
          <p:nvPr/>
        </p:nvSpPr>
        <p:spPr>
          <a:xfrm>
            <a:off x="8277225" y="2926685"/>
            <a:ext cx="32223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Start a business from a unique &amp; innovative idea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Revolutionary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Risk taker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People (customer) oriented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Market “Leader”</a:t>
            </a:r>
          </a:p>
        </p:txBody>
      </p:sp>
    </p:spTree>
    <p:extLst>
      <p:ext uri="{BB962C8B-B14F-4D97-AF65-F5344CB8AC3E}">
        <p14:creationId xmlns:p14="http://schemas.microsoft.com/office/powerpoint/2010/main" val="54802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6B93-FB1B-DB60-30CF-39E44E87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Lifecycle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1846BB-1DFB-765D-798D-D38ADF0D6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449C30EF-5F6E-DA83-9124-B3C3D4E54310}"/>
              </a:ext>
            </a:extLst>
          </p:cNvPr>
          <p:cNvSpPr/>
          <p:nvPr/>
        </p:nvSpPr>
        <p:spPr>
          <a:xfrm>
            <a:off x="3700726" y="3048562"/>
            <a:ext cx="1822652" cy="1363919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Prototype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B08995DC-FD8F-4858-508D-6A3E79BE2768}"/>
              </a:ext>
            </a:extLst>
          </p:cNvPr>
          <p:cNvSpPr/>
          <p:nvPr/>
        </p:nvSpPr>
        <p:spPr>
          <a:xfrm>
            <a:off x="6712839" y="3048561"/>
            <a:ext cx="1822652" cy="136391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Min. Viable Product (MVP)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2B9209B-5480-AD09-D32D-214892BF29DD}"/>
              </a:ext>
            </a:extLst>
          </p:cNvPr>
          <p:cNvSpPr/>
          <p:nvPr/>
        </p:nvSpPr>
        <p:spPr>
          <a:xfrm>
            <a:off x="2761324" y="3088726"/>
            <a:ext cx="567929" cy="133296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EED85D5F-210B-0EDA-6188-B4AF96371967}"/>
              </a:ext>
            </a:extLst>
          </p:cNvPr>
          <p:cNvSpPr/>
          <p:nvPr/>
        </p:nvSpPr>
        <p:spPr>
          <a:xfrm>
            <a:off x="9706798" y="3048561"/>
            <a:ext cx="1822652" cy="1371617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Full-fledged Product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4142F0E3-4FA6-2603-BE64-E22936E5C342}"/>
              </a:ext>
            </a:extLst>
          </p:cNvPr>
          <p:cNvSpPr/>
          <p:nvPr/>
        </p:nvSpPr>
        <p:spPr>
          <a:xfrm>
            <a:off x="5782134" y="3048561"/>
            <a:ext cx="567929" cy="136391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E4A2EF81-15C9-D051-6BFD-5D6D71433F28}"/>
              </a:ext>
            </a:extLst>
          </p:cNvPr>
          <p:cNvSpPr/>
          <p:nvPr/>
        </p:nvSpPr>
        <p:spPr>
          <a:xfrm>
            <a:off x="8777553" y="3058552"/>
            <a:ext cx="567929" cy="136391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2171F169-D243-D6F4-9D90-1B93E4CF40A7}"/>
              </a:ext>
            </a:extLst>
          </p:cNvPr>
          <p:cNvSpPr/>
          <p:nvPr/>
        </p:nvSpPr>
        <p:spPr>
          <a:xfrm>
            <a:off x="651340" y="3088726"/>
            <a:ext cx="1822652" cy="1363918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000" b="1" dirty="0"/>
              <a:t>Proof of Concept (POC)</a:t>
            </a:r>
          </a:p>
        </p:txBody>
      </p:sp>
      <p:sp>
        <p:nvSpPr>
          <p:cNvPr id="18" name="Flowchart: Preparation 17">
            <a:extLst>
              <a:ext uri="{FF2B5EF4-FFF2-40B4-BE49-F238E27FC236}">
                <a16:creationId xmlns:a16="http://schemas.microsoft.com/office/drawing/2014/main" id="{0A395BB4-7F72-B96D-030D-BBC605A19309}"/>
              </a:ext>
            </a:extLst>
          </p:cNvPr>
          <p:cNvSpPr/>
          <p:nvPr/>
        </p:nvSpPr>
        <p:spPr>
          <a:xfrm>
            <a:off x="651340" y="1448227"/>
            <a:ext cx="1822652" cy="957130"/>
          </a:xfrm>
          <a:prstGeom prst="flowChartPreparati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Idea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CA1B497-F484-C0ED-55CE-063256DF58B6}"/>
              </a:ext>
            </a:extLst>
          </p:cNvPr>
          <p:cNvSpPr/>
          <p:nvPr/>
        </p:nvSpPr>
        <p:spPr>
          <a:xfrm>
            <a:off x="1191191" y="2528180"/>
            <a:ext cx="742950" cy="4377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8899D41-87DC-AF8C-AB19-FF472ACDCF76}"/>
              </a:ext>
            </a:extLst>
          </p:cNvPr>
          <p:cNvSpPr/>
          <p:nvPr/>
        </p:nvSpPr>
        <p:spPr>
          <a:xfrm>
            <a:off x="10246649" y="4661359"/>
            <a:ext cx="742950" cy="4377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4BEEA5-93D3-4D99-8212-11C0A32F1677}"/>
              </a:ext>
            </a:extLst>
          </p:cNvPr>
          <p:cNvSpPr/>
          <p:nvPr/>
        </p:nvSpPr>
        <p:spPr>
          <a:xfrm>
            <a:off x="9706798" y="5300698"/>
            <a:ext cx="1822652" cy="8966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Production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48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4971-D3D0-F416-EEC9-A31204FC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TRL (Technology Readiness Level): European Union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E790C-93B3-2E69-D942-A11AA0F33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60167-CE22-4122-53AF-EAD4B04CE5B7}"/>
              </a:ext>
            </a:extLst>
          </p:cNvPr>
          <p:cNvSpPr txBox="1"/>
          <p:nvPr/>
        </p:nvSpPr>
        <p:spPr>
          <a:xfrm>
            <a:off x="514350" y="6646361"/>
            <a:ext cx="2546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Source: serkanbolat.com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BDD6B-C465-BB93-3F02-C9CDD6DA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637467"/>
            <a:ext cx="10909065" cy="412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E4C1-CD66-E7F9-1E99-29FE4265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TRL (Technology Readiness Level)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69A9FB-083E-CF3D-BB78-607DE4286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6D782-0F7D-35C6-DCD5-A6E6B9504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028569"/>
            <a:ext cx="1201102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3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ABC0-2C02-CCE2-C8A2-95C59859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Lean Canvas - Blank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FCA5AB-7FE0-0AE1-C1C2-A99B6C5F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14FF9-A40E-F7F1-24D3-75687033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983" y="957129"/>
            <a:ext cx="9576859" cy="572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91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AD5E-3F33-8B1E-D967-B06596875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Lean Canvas - Filled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E6564-1083-7212-1FB2-806559310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CDA20-2120-CF03-B02E-4BFF6BFDC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43796"/>
            <a:ext cx="9124950" cy="5705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FFC82-3D35-502D-3EB3-5A8D9D71C9AD}"/>
              </a:ext>
            </a:extLst>
          </p:cNvPr>
          <p:cNvSpPr txBox="1"/>
          <p:nvPr/>
        </p:nvSpPr>
        <p:spPr>
          <a:xfrm>
            <a:off x="375046" y="6657139"/>
            <a:ext cx="6122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source: </a:t>
            </a:r>
            <a:r>
              <a:rPr lang="en-IN" dirty="0" err="1"/>
              <a:t>StartitUp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49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FC39-3A9B-B2D2-EDC8-27B60926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Lean Canvas - Uber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8686F-3815-9A0C-0B71-025EF0127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5FF10-10E3-77BF-E232-BF94091B7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1009307"/>
            <a:ext cx="9534525" cy="564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4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BC64-4F33-A147-4823-1823B612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Startup Financial 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FFA506-B980-24FD-5BCE-B0A8147CA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93E92-F744-A5A2-05C4-047359277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71" y="1099947"/>
            <a:ext cx="9733857" cy="57331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4ABAF7-D2CC-A6EC-08C4-EB0AF78A6C80}"/>
              </a:ext>
            </a:extLst>
          </p:cNvPr>
          <p:cNvSpPr txBox="1"/>
          <p:nvPr/>
        </p:nvSpPr>
        <p:spPr>
          <a:xfrm>
            <a:off x="332185" y="6606616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source: wikipedia.org</a:t>
            </a:r>
          </a:p>
        </p:txBody>
      </p:sp>
    </p:spTree>
    <p:extLst>
      <p:ext uri="{BB962C8B-B14F-4D97-AF65-F5344CB8AC3E}">
        <p14:creationId xmlns:p14="http://schemas.microsoft.com/office/powerpoint/2010/main" val="388985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2172-C72D-EF44-B431-125CF552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of Free and open-source software (FOSS)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E9988-21A5-C31D-CADC-D12B2E29D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5" name="Picture 4" descr="Table&#10;&#10;Description automatically generated with low confidence">
            <a:extLst>
              <a:ext uri="{FF2B5EF4-FFF2-40B4-BE49-F238E27FC236}">
                <a16:creationId xmlns:a16="http://schemas.microsoft.com/office/drawing/2014/main" id="{31D1770A-3492-777B-ABEB-6363E5F27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037" y="1042790"/>
            <a:ext cx="8658226" cy="56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20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70A3-D0E8-2C50-A8E0-92802000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Copyright vs Copyleft vs Permissive vs Creative Common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0E08D-8105-7B12-55EC-7422E4EB9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FC103F7F-7A70-4EF9-0D91-44C9C8CBD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537" y="1030132"/>
            <a:ext cx="8467726" cy="554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2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1721-FA2B-17D2-A128-70CD0E2F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Source Licensing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6C7153-72FE-FD8D-358E-C33A47863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5" name="Picture 4" descr="Calendar&#10;&#10;Description automatically generated">
            <a:extLst>
              <a:ext uri="{FF2B5EF4-FFF2-40B4-BE49-F238E27FC236}">
                <a16:creationId xmlns:a16="http://schemas.microsoft.com/office/drawing/2014/main" id="{7AA4C330-D4B6-9BCB-7CB1-464F30DAD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387" y="1066800"/>
            <a:ext cx="8510743" cy="55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28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27A3-FF97-C3A7-0836-0DB1F025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vs Process-based Organization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FF1267-7887-C266-34AE-7DFB7EA99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85B46-0087-7BD4-679C-4CFD32171E2C}"/>
              </a:ext>
            </a:extLst>
          </p:cNvPr>
          <p:cNvSpPr txBox="1"/>
          <p:nvPr/>
        </p:nvSpPr>
        <p:spPr>
          <a:xfrm>
            <a:off x="373141" y="6694630"/>
            <a:ext cx="218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Source: businessmapping.com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5E010-5691-798F-EB98-E9DBAEC2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41" y="1176850"/>
            <a:ext cx="11445717" cy="523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8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02F1-1728-2651-CE67-859F32A5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637A-D450-D1E9-209D-22728471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Retail Reference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5F8F22-8C1A-3C2F-AA0E-D80CB551D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EFC06F-6ED1-2009-2910-C0E70ED2B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475" y="957129"/>
            <a:ext cx="76200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nected-retail-reference-architecture-figure-01">
            <a:extLst>
              <a:ext uri="{FF2B5EF4-FFF2-40B4-BE49-F238E27FC236}">
                <a16:creationId xmlns:a16="http://schemas.microsoft.com/office/drawing/2014/main" id="{9864BDFD-D0BE-3E6E-3EF1-74EB32930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3179"/>
            <a:ext cx="4092499" cy="2946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1895F-D727-D8B7-29BA-E6E368B70E6C}"/>
              </a:ext>
            </a:extLst>
          </p:cNvPr>
          <p:cNvSpPr txBox="1"/>
          <p:nvPr/>
        </p:nvSpPr>
        <p:spPr>
          <a:xfrm>
            <a:off x="276329" y="1183496"/>
            <a:ext cx="34747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/>
              <a:t>IT landscape of Retail Enterprise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Stores - point of sale (POS)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Back offices for each store (linking the POS and the central data center)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Central data center or head office containing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Proprietary systems (e.g. ERP systems)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repositories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External data sources (e.g. Payment systems)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703C8-08BF-E750-12A6-F3E9879E5AD8}"/>
              </a:ext>
            </a:extLst>
          </p:cNvPr>
          <p:cNvSpPr txBox="1"/>
          <p:nvPr/>
        </p:nvSpPr>
        <p:spPr>
          <a:xfrm>
            <a:off x="276329" y="6694630"/>
            <a:ext cx="6094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Source: wso2.com</a:t>
            </a:r>
          </a:p>
        </p:txBody>
      </p:sp>
    </p:spTree>
    <p:extLst>
      <p:ext uri="{BB962C8B-B14F-4D97-AF65-F5344CB8AC3E}">
        <p14:creationId xmlns:p14="http://schemas.microsoft.com/office/powerpoint/2010/main" val="1834625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90A3-4425-A69C-960C-7DF0A228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4EA2-FA50-B032-542A-5A6BFCC90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E-commerce Platform Business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D5747F-DDF6-1AC7-E5B0-6D19C3F0E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2BB2AE-653C-3739-1B43-85B87041B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82" y="1016398"/>
            <a:ext cx="11658599" cy="577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3BBAE2-0BAB-D271-9B94-4B4413F751B2}"/>
              </a:ext>
            </a:extLst>
          </p:cNvPr>
          <p:cNvSpPr txBox="1"/>
          <p:nvPr/>
        </p:nvSpPr>
        <p:spPr>
          <a:xfrm>
            <a:off x="283151" y="6723305"/>
            <a:ext cx="82685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Source: https://axureboutique.com/blogs/product-design/understanding-the-structure-of-e-commerce-products</a:t>
            </a:r>
          </a:p>
        </p:txBody>
      </p:sp>
    </p:spTree>
    <p:extLst>
      <p:ext uri="{BB962C8B-B14F-4D97-AF65-F5344CB8AC3E}">
        <p14:creationId xmlns:p14="http://schemas.microsoft.com/office/powerpoint/2010/main" val="241239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597E-3FAC-C658-6856-61A816D5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Network for Digital Commerce (ONDC)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5C14C-8FE0-F845-E4BD-B0D53E8FA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F980D2-24F1-4AF6-A27A-8FE41B5A74B7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22FE8-679C-F4AB-099C-DDFACE6E6D68}"/>
              </a:ext>
            </a:extLst>
          </p:cNvPr>
          <p:cNvSpPr txBox="1"/>
          <p:nvPr/>
        </p:nvSpPr>
        <p:spPr>
          <a:xfrm>
            <a:off x="482241" y="6650568"/>
            <a:ext cx="1908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Source: moneycontrol.com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46C7D-825A-9645-DC65-2405E439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913" y="1130114"/>
            <a:ext cx="6801763" cy="53474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8121F7-993A-A848-0FD4-019271458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41" y="2127836"/>
            <a:ext cx="4244062" cy="4349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EA2B50-A6CE-CC41-556D-1C52199E362D}"/>
              </a:ext>
            </a:extLst>
          </p:cNvPr>
          <p:cNvSpPr txBox="1"/>
          <p:nvPr/>
        </p:nvSpPr>
        <p:spPr>
          <a:xfrm>
            <a:off x="482241" y="1101538"/>
            <a:ext cx="42440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Build a digital standard for the e-commerce industry that allows any seller to connect with any buyer on the network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811132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4A84-8E50-4314-8CCF-17CD092A3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Manufacturers Business Process &amp; Lean Manufacturing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20DCB-E67C-69D3-7539-D7F435104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83" y="1049483"/>
            <a:ext cx="11523518" cy="27847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3F1DD4-C4F7-1877-CE89-704B654BA965}"/>
              </a:ext>
            </a:extLst>
          </p:cNvPr>
          <p:cNvSpPr txBox="1"/>
          <p:nvPr/>
        </p:nvSpPr>
        <p:spPr>
          <a:xfrm>
            <a:off x="301337" y="4009727"/>
            <a:ext cx="39173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/>
              <a:t>Five Principles Of </a:t>
            </a:r>
            <a:r>
              <a:rPr lang="en-US" sz="1400" b="1" u="sng" dirty="0"/>
              <a:t>Lean Manufacturing</a:t>
            </a:r>
            <a:r>
              <a:rPr lang="en-US" sz="1400" u="sng" dirty="0"/>
              <a:t>:</a:t>
            </a:r>
            <a:endParaRPr lang="en-US" sz="1400" dirty="0"/>
          </a:p>
          <a:p>
            <a:r>
              <a:rPr lang="en-US" sz="1400" dirty="0"/>
              <a:t>1: Accurately specify the </a:t>
            </a:r>
            <a:r>
              <a:rPr lang="en-US" sz="1400" b="1" dirty="0"/>
              <a:t>value</a:t>
            </a:r>
            <a:r>
              <a:rPr lang="en-US" sz="1400" dirty="0"/>
              <a:t> from the customer's perspective for both products and services.</a:t>
            </a:r>
          </a:p>
          <a:p>
            <a:r>
              <a:rPr lang="en-US" sz="1400" dirty="0"/>
              <a:t>2: Identify the </a:t>
            </a:r>
            <a:r>
              <a:rPr lang="en-US" sz="1400" b="1" dirty="0"/>
              <a:t>value stream </a:t>
            </a:r>
            <a:r>
              <a:rPr lang="en-US" sz="1400" dirty="0"/>
              <a:t>for products and services and remove any non-value-added waste along the value stream.</a:t>
            </a:r>
          </a:p>
          <a:p>
            <a:r>
              <a:rPr lang="en-US" sz="1400" dirty="0"/>
              <a:t>3: Make the product and services </a:t>
            </a:r>
            <a:r>
              <a:rPr lang="en-US" sz="1400" b="1" dirty="0"/>
              <a:t>flow</a:t>
            </a:r>
            <a:r>
              <a:rPr lang="en-US" sz="1400" dirty="0"/>
              <a:t> without interruption across the value stream.</a:t>
            </a:r>
          </a:p>
          <a:p>
            <a:r>
              <a:rPr lang="en-US" sz="1400" dirty="0"/>
              <a:t>4: Authorize production of products and services based on the </a:t>
            </a:r>
            <a:r>
              <a:rPr lang="en-US" sz="1400" b="1" dirty="0"/>
              <a:t>pull</a:t>
            </a:r>
            <a:r>
              <a:rPr lang="en-US" sz="1400" dirty="0"/>
              <a:t> from the customer.</a:t>
            </a:r>
          </a:p>
          <a:p>
            <a:r>
              <a:rPr lang="en-US" sz="1400" dirty="0"/>
              <a:t>5: Strive for </a:t>
            </a:r>
            <a:r>
              <a:rPr lang="en-US" sz="1400" b="1" dirty="0"/>
              <a:t>perfection</a:t>
            </a:r>
            <a:r>
              <a:rPr lang="en-US" sz="1400" dirty="0"/>
              <a:t> by constantly removing layers of waste.</a:t>
            </a:r>
            <a:endParaRPr lang="en-IN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F3531D-229B-127F-8625-16398B495CE5}"/>
              </a:ext>
            </a:extLst>
          </p:cNvPr>
          <p:cNvSpPr txBox="1"/>
          <p:nvPr/>
        </p:nvSpPr>
        <p:spPr>
          <a:xfrm>
            <a:off x="4646038" y="4009727"/>
            <a:ext cx="75459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/>
              <a:t>Common Tools and Techniques of Lean Manufacturing:</a:t>
            </a:r>
          </a:p>
          <a:p>
            <a:r>
              <a:rPr lang="en-US" sz="1400" b="1" dirty="0"/>
              <a:t>5S</a:t>
            </a:r>
            <a:r>
              <a:rPr lang="en-US" sz="1400" dirty="0"/>
              <a:t>: A workplace organization method that includes Sort, Set in order, Shine, Standardize, and Sustain.</a:t>
            </a:r>
          </a:p>
          <a:p>
            <a:r>
              <a:rPr lang="en-US" sz="1400" b="1" dirty="0"/>
              <a:t>Kaizen</a:t>
            </a:r>
            <a:r>
              <a:rPr lang="en-US" sz="1400" dirty="0"/>
              <a:t>: Continuous improvement through small, incremental changes.</a:t>
            </a:r>
          </a:p>
          <a:p>
            <a:r>
              <a:rPr lang="en-US" sz="1400" b="1" dirty="0"/>
              <a:t>Kanban</a:t>
            </a:r>
            <a:r>
              <a:rPr lang="en-US" sz="1400" dirty="0"/>
              <a:t>: A scheduling system that helps manage workflow and inventory.</a:t>
            </a:r>
          </a:p>
          <a:p>
            <a:r>
              <a:rPr lang="en-US" sz="1400" b="1" dirty="0"/>
              <a:t>Value Stream Mapping</a:t>
            </a:r>
            <a:r>
              <a:rPr lang="en-US" sz="1400" dirty="0"/>
              <a:t>: A visual tool to map out and analyze the flow of materials and information required to bring a product to the customer.</a:t>
            </a:r>
          </a:p>
          <a:p>
            <a:r>
              <a:rPr lang="en-US" sz="1400" b="1" dirty="0"/>
              <a:t>JIT (Just-In-Time): </a:t>
            </a:r>
            <a:r>
              <a:rPr lang="en-US" sz="1400" dirty="0"/>
              <a:t>A strategy to increase efficiency by receiving goods only as they are needed in the production process.</a:t>
            </a:r>
          </a:p>
          <a:p>
            <a:r>
              <a:rPr lang="en-US" sz="1400" b="1" dirty="0"/>
              <a:t>Poka-Yoke</a:t>
            </a:r>
            <a:r>
              <a:rPr lang="en-US" sz="1400" dirty="0"/>
              <a:t>: A mistake-proofing technique designed to prevent errors in the manufacturing process.</a:t>
            </a:r>
          </a:p>
          <a:p>
            <a:r>
              <a:rPr lang="en-US" sz="1400" b="1" dirty="0"/>
              <a:t>TPM (Total Productive Maintenance): </a:t>
            </a:r>
            <a:r>
              <a:rPr lang="en-US" sz="1400" dirty="0"/>
              <a:t>A proactive approach to maintaining and improving production and quality systems through equipment, processes, and employees.</a:t>
            </a:r>
            <a:endParaRPr lang="en-IN" sz="14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C1732D-98AC-0C72-3F06-4FD72D453A8A}"/>
              </a:ext>
            </a:extLst>
          </p:cNvPr>
          <p:cNvCxnSpPr/>
          <p:nvPr/>
        </p:nvCxnSpPr>
        <p:spPr>
          <a:xfrm>
            <a:off x="4445147" y="3917373"/>
            <a:ext cx="0" cy="2801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83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4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y Segoe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16902</TotalTime>
  <Words>552</Words>
  <Application>Microsoft Office PowerPoint</Application>
  <PresentationFormat>Widescreen</PresentationFormat>
  <Paragraphs>90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Segoe UI</vt:lpstr>
      <vt:lpstr>Segoe UI Light</vt:lpstr>
      <vt:lpstr>Wingdings</vt:lpstr>
      <vt:lpstr>Office Theme</vt:lpstr>
      <vt:lpstr>PowerPoint Presentation</vt:lpstr>
      <vt:lpstr>Journey of Digital Transformation</vt:lpstr>
      <vt:lpstr>Businessman vs Entrepreneur</vt:lpstr>
      <vt:lpstr>Product Lifecycle</vt:lpstr>
      <vt:lpstr>TRL (Technology Readiness Level): European Union</vt:lpstr>
      <vt:lpstr>TRL (Technology Readiness Level)</vt:lpstr>
      <vt:lpstr>Lean Canvas - Blank</vt:lpstr>
      <vt:lpstr>Lean Canvas - Filled</vt:lpstr>
      <vt:lpstr>Lean Canvas - Uber</vt:lpstr>
      <vt:lpstr>Startup Financial Cycle</vt:lpstr>
      <vt:lpstr>Type of Free and open-source software (FOSS)</vt:lpstr>
      <vt:lpstr>Copyright vs Copyleft vs Permissive vs Creative Common</vt:lpstr>
      <vt:lpstr>Open Source Licensing</vt:lpstr>
      <vt:lpstr>Traditional vs Process-based Organization</vt:lpstr>
      <vt:lpstr>Retail Reference Architecture</vt:lpstr>
      <vt:lpstr>E-commerce Platform Business</vt:lpstr>
      <vt:lpstr>Open Network for Digital Commerce (ONDC)</vt:lpstr>
      <vt:lpstr>Manufacturers Business Process &amp; Lean Manufacturing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Niladri  Roy</dc:creator>
  <cp:lastModifiedBy>Niladri Roy</cp:lastModifiedBy>
  <cp:revision>905</cp:revision>
  <dcterms:created xsi:type="dcterms:W3CDTF">2017-06-07T06:01:31Z</dcterms:created>
  <dcterms:modified xsi:type="dcterms:W3CDTF">2026-02-22T19:12:59Z</dcterms:modified>
</cp:coreProperties>
</file>